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1" r:id="rId1"/>
    <p:sldMasterId id="2147483712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Poppins" panose="020B0502040204020203" pitchFamily="2" charset="0"/>
      <p:regular r:id="rId16"/>
      <p:bold r:id="rId17"/>
      <p:italic r:id="rId18"/>
      <p:boldItalic r:id="rId19"/>
    </p:embeddedFont>
    <p:embeddedFont>
      <p:font typeface="Poppins SemiBold" panose="020B0502040204020203" pitchFamily="2" charset="0"/>
      <p:regular r:id="rId20"/>
      <p:bold r:id="rId21"/>
      <p:italic r:id="rId22"/>
      <p:boldItalic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  <p:embeddedFont>
      <p:font typeface="Urbanist Medium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71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8c1de8888_0_1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d8c1de8888_0_1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8c1de8888_0_20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d8c1de8888_0_20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8c1de8888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d8c1de8888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8c1de8888_0_2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d8c1de8888_0_2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d8c1de8888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d8c1de8888_0_2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8c1de8888_0_2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d8c1de8888_0_2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8c1de8888_0_2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d8c1de8888_0_2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8c1de8888_0_2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d8c1de8888_0_2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8c1de8888_0_2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8c1de8888_0_2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8c1de8888_0_2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d8c1de8888_0_2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8c1de8888_0_2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d8c1de8888_0_2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8c1de8888_0_2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d8c1de8888_0_2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name="adj1" fmla="val 21585343"/>
              <a:gd name="adj2" fmla="val 54087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rot="5400000" flipH="1">
            <a:off x="5850" y="3807650"/>
            <a:ext cx="2688900" cy="27006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1">
  <p:cSld name="BLANK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only">
  <p:cSld name="BLANK_1_1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1_1_1_1_1_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roadmap">
  <p:cSld name="BLANK_1_1_1_1_1_2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2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3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4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5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6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7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8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9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3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4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ubTitle" idx="15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16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7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8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19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20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1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with Shape">
  <p:cSld name="BLANK_1_1_1_1_1_1_1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rot="10800000" flipH="1">
            <a:off x="6571675" y="3851200"/>
            <a:ext cx="1270800" cy="12828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rot="10800000" flipH="1">
            <a:off x="7217867" y="3851200"/>
            <a:ext cx="1282500" cy="12828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1">
  <p:cSld name="BLANK_1_1_1_1_1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9" name="Google Shape;119;p20"/>
          <p:cNvSpPr/>
          <p:nvPr/>
        </p:nvSpPr>
        <p:spPr>
          <a:xfrm rot="5400000" flipH="1">
            <a:off x="6571675" y="2571675"/>
            <a:ext cx="5143500" cy="5143500"/>
          </a:xfrm>
          <a:prstGeom prst="pie">
            <a:avLst>
              <a:gd name="adj1" fmla="val 21589913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rot="5400000" flipH="1">
            <a:off x="6571675" y="-8"/>
            <a:ext cx="5143500" cy="51435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BLANK_1_1_1_1_1_1_1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3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4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5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6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7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8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1">
  <p:cSld name="BLANK_1_1_1_1_1_1_1_1_1_1_1_2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name="adj1" fmla="val 0"/>
              <a:gd name="adj2" fmla="val 5408708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rot="5400000" flipH="1">
            <a:off x="6370150" y="3807650"/>
            <a:ext cx="2688900" cy="27006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3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>
            <a:spLocks noGrp="1"/>
          </p:cNvSpPr>
          <p:nvPr>
            <p:ph type="pic" idx="4"/>
          </p:nvPr>
        </p:nvSpPr>
        <p:spPr>
          <a:xfrm>
            <a:off x="6364300" y="0"/>
            <a:ext cx="2779500" cy="38136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 idx="5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2">
  <p:cSld name="BLANK_1_1_1_1_1_1_1_1_1_1_1_2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name="adj1" fmla="val 0"/>
              <a:gd name="adj2" fmla="val 5398959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>
            <a:spLocks noGrp="1"/>
          </p:cNvSpPr>
          <p:nvPr>
            <p:ph type="pic" idx="2"/>
          </p:nvPr>
        </p:nvSpPr>
        <p:spPr>
          <a:xfrm>
            <a:off x="6335600" y="1231675"/>
            <a:ext cx="2808600" cy="2498700"/>
          </a:xfrm>
          <a:prstGeom prst="round1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title" idx="3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4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5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6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3">
  <p:cSld name="BLANK_1_1_1_1_1_1_1_1_1_1_1_2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rot="5400000" flipH="1">
              <a:off x="6319275" y="3734100"/>
              <a:ext cx="2820300" cy="2807700"/>
            </a:xfrm>
            <a:prstGeom prst="pie">
              <a:avLst>
                <a:gd name="adj1" fmla="val 16192689"/>
                <a:gd name="adj2" fmla="val 4945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name="adj1" fmla="val 21590006"/>
                <a:gd name="adj2" fmla="val 540870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>
            <a:spLocks noGrp="1"/>
          </p:cNvSpPr>
          <p:nvPr>
            <p:ph type="body" idx="3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>
            <a:spLocks noGrp="1"/>
          </p:cNvSpPr>
          <p:nvPr>
            <p:ph type="pic" idx="4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 idx="5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4">
  <p:cSld name="BLANK_1_1_1_1_1_1_1_1_1_1_1_2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25"/>
          <p:cNvSpPr>
            <a:spLocks noGrp="1"/>
          </p:cNvSpPr>
          <p:nvPr>
            <p:ph type="pic" idx="2"/>
          </p:nvPr>
        </p:nvSpPr>
        <p:spPr>
          <a:xfrm>
            <a:off x="6355775" y="1418625"/>
            <a:ext cx="2788200" cy="37251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title" idx="3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ubTitle" idx="4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5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ubTitle" idx="6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5">
  <p:cSld name="CUSTOM_7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6"/>
          <p:cNvSpPr/>
          <p:nvPr/>
        </p:nvSpPr>
        <p:spPr>
          <a:xfrm rot="10800000" flipH="1">
            <a:off x="7069375" y="3760875"/>
            <a:ext cx="1359600" cy="13725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rot="10800000" flipH="1">
            <a:off x="7760700" y="3760875"/>
            <a:ext cx="1372200" cy="13725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>
            <a:spLocks noGrp="1"/>
          </p:cNvSpPr>
          <p:nvPr>
            <p:ph type="pic" idx="2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title" idx="3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4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5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6">
  <p:cSld name="CUSTOM_8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name="adj1" fmla="val 0"/>
              <a:gd name="adj2" fmla="val 5408708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rot="5400000" flipH="1">
            <a:off x="6370150" y="3807650"/>
            <a:ext cx="2688900" cy="27006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>
            <a:spLocks noGrp="1"/>
          </p:cNvSpPr>
          <p:nvPr>
            <p:ph type="body" idx="3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title" idx="4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>
            <a:spLocks noGrp="1"/>
          </p:cNvSpPr>
          <p:nvPr>
            <p:ph type="subTitle" idx="5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7">
  <p:cSld name="CUSTOM_8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name="adj1" fmla="val 0"/>
              <a:gd name="adj2" fmla="val 5398959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3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subTitle" idx="4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subTitle" idx="5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8">
  <p:cSld name="CUSTOM_8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 flipH="1">
              <a:off x="6319275" y="3734100"/>
              <a:ext cx="2820300" cy="2807700"/>
            </a:xfrm>
            <a:prstGeom prst="pie">
              <a:avLst>
                <a:gd name="adj1" fmla="val 16192689"/>
                <a:gd name="adj2" fmla="val 4945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name="adj1" fmla="val 21590006"/>
                <a:gd name="adj2" fmla="val 540870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>
            <a:spLocks noGrp="1"/>
          </p:cNvSpPr>
          <p:nvPr>
            <p:ph type="body" idx="4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title" idx="5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9">
  <p:cSld name="CUSTOM_8_1_1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>
            <a:spLocks noGrp="1"/>
          </p:cNvSpPr>
          <p:nvPr>
            <p:ph type="body" idx="4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title" idx="5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 description - Alt 10">
  <p:cSld name="CUSTOM_8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body" idx="4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/>
          <p:nvPr/>
        </p:nvSpPr>
        <p:spPr>
          <a:xfrm rot="10800000" flipH="1">
            <a:off x="7069375" y="3773775"/>
            <a:ext cx="1359600" cy="13596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rot="10800000" flipH="1">
            <a:off x="7760700" y="3773775"/>
            <a:ext cx="1372200" cy="1359600"/>
          </a:xfrm>
          <a:prstGeom prst="pie">
            <a:avLst>
              <a:gd name="adj1" fmla="val 16192689"/>
              <a:gd name="adj2" fmla="val 5408708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title" idx="5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name="adj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>
            <a:spLocks noGrp="1"/>
          </p:cNvSpPr>
          <p:nvPr>
            <p:ph type="subTitle" idx="1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name="adj1" fmla="val 21586474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rot="5400000" flipH="1">
            <a:off x="-6000" y="3795800"/>
            <a:ext cx="2712600" cy="2700600"/>
          </a:xfrm>
          <a:prstGeom prst="pie">
            <a:avLst>
              <a:gd name="adj1" fmla="val 2531"/>
              <a:gd name="adj2" fmla="val 54087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rot="5400000" flipH="1">
            <a:off x="-125" y="2402250"/>
            <a:ext cx="2775600" cy="27756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2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3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4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5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6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7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8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ubTitle" idx="9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_1_2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name="adj1" fmla="val 3746"/>
              <a:gd name="adj2" fmla="val 54087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1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2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3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4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5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6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sz="1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7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8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BLANK_1_1_1_1_1_1_1_1_1_1_1_1_2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>
            <a:spLocks noGrp="1"/>
          </p:cNvSpPr>
          <p:nvPr>
            <p:ph type="subTitle" idx="1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subTitle" idx="2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3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4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5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6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7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15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8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>
            <a:spLocks noGrp="1"/>
          </p:cNvSpPr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subTitle" idx="9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ubTitle" idx="13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subTitle" idx="14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CUSTOM_4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>
            <a:spLocks noGrp="1"/>
          </p:cNvSpPr>
          <p:nvPr>
            <p:ph type="pic" idx="2"/>
          </p:nvPr>
        </p:nvSpPr>
        <p:spPr>
          <a:xfrm>
            <a:off x="4162550" y="816050"/>
            <a:ext cx="1444500" cy="14445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</p:sp>
      <p:sp>
        <p:nvSpPr>
          <p:cNvPr id="295" name="Google Shape;295;p35"/>
          <p:cNvSpPr>
            <a:spLocks noGrp="1"/>
          </p:cNvSpPr>
          <p:nvPr>
            <p:ph type="pic" idx="3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>
            <a:spLocks noGrp="1"/>
          </p:cNvSpPr>
          <p:nvPr>
            <p:ph type="pic" idx="4"/>
          </p:nvPr>
        </p:nvSpPr>
        <p:spPr>
          <a:xfrm>
            <a:off x="7414800" y="816050"/>
            <a:ext cx="1444500" cy="1444500"/>
          </a:xfrm>
          <a:prstGeom prst="round1Rect">
            <a:avLst>
              <a:gd name="adj" fmla="val 30895"/>
            </a:avLst>
          </a:prstGeom>
          <a:noFill/>
          <a:ln>
            <a:noFill/>
          </a:ln>
        </p:spPr>
      </p:sp>
      <p:sp>
        <p:nvSpPr>
          <p:cNvPr id="297" name="Google Shape;297;p35"/>
          <p:cNvSpPr>
            <a:spLocks noGrp="1"/>
          </p:cNvSpPr>
          <p:nvPr>
            <p:ph type="pic" idx="5"/>
          </p:nvPr>
        </p:nvSpPr>
        <p:spPr>
          <a:xfrm>
            <a:off x="2536475" y="2897400"/>
            <a:ext cx="1444500" cy="14445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</p:sp>
      <p:sp>
        <p:nvSpPr>
          <p:cNvPr id="298" name="Google Shape;298;p35"/>
          <p:cNvSpPr>
            <a:spLocks noGrp="1"/>
          </p:cNvSpPr>
          <p:nvPr>
            <p:ph type="pic" idx="6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>
            <a:spLocks noGrp="1"/>
          </p:cNvSpPr>
          <p:nvPr>
            <p:ph type="pic" idx="7"/>
          </p:nvPr>
        </p:nvSpPr>
        <p:spPr>
          <a:xfrm>
            <a:off x="5788725" y="2897400"/>
            <a:ext cx="1444500" cy="1444500"/>
          </a:xfrm>
          <a:prstGeom prst="round1Rect">
            <a:avLst>
              <a:gd name="adj" fmla="val 30895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>
            <a:spLocks noGrp="1"/>
          </p:cNvSpPr>
          <p:nvPr>
            <p:ph type="subTitle" idx="1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8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2" name="Google Shape;302;p35"/>
          <p:cNvSpPr txBox="1">
            <a:spLocks noGrp="1"/>
          </p:cNvSpPr>
          <p:nvPr>
            <p:ph type="subTitle" idx="9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3" name="Google Shape;303;p35"/>
          <p:cNvSpPr txBox="1">
            <a:spLocks noGrp="1"/>
          </p:cNvSpPr>
          <p:nvPr>
            <p:ph type="subTitle" idx="13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4" name="Google Shape;304;p35"/>
          <p:cNvSpPr txBox="1">
            <a:spLocks noGrp="1"/>
          </p:cNvSpPr>
          <p:nvPr>
            <p:ph type="subTitle" idx="14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5" name="Google Shape;305;p35"/>
          <p:cNvSpPr txBox="1">
            <a:spLocks noGrp="1"/>
          </p:cNvSpPr>
          <p:nvPr>
            <p:ph type="subTitle" idx="15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6" name="Google Shape;306;p35"/>
          <p:cNvSpPr txBox="1">
            <a:spLocks noGrp="1"/>
          </p:cNvSpPr>
          <p:nvPr>
            <p:ph type="subTitle" idx="16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subTitle" idx="17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subTitle" idx="18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subTitle" idx="19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20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21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subTitle" idx="22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23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ubTitle" idx="24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- Alt 1">
  <p:cSld name="CUSTOM_4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>
            <a:spLocks noGrp="1"/>
          </p:cNvSpPr>
          <p:nvPr>
            <p:ph type="pic" idx="2"/>
          </p:nvPr>
        </p:nvSpPr>
        <p:spPr>
          <a:xfrm>
            <a:off x="284700" y="1523850"/>
            <a:ext cx="1514700" cy="1312800"/>
          </a:xfrm>
          <a:prstGeom prst="round1Rect">
            <a:avLst>
              <a:gd name="adj" fmla="val 39781"/>
            </a:avLst>
          </a:prstGeom>
          <a:noFill/>
          <a:ln>
            <a:noFill/>
          </a:ln>
        </p:spPr>
      </p:sp>
      <p:sp>
        <p:nvSpPr>
          <p:cNvPr id="319" name="Google Shape;319;p36"/>
          <p:cNvSpPr>
            <a:spLocks noGrp="1"/>
          </p:cNvSpPr>
          <p:nvPr>
            <p:ph type="pic" idx="3"/>
          </p:nvPr>
        </p:nvSpPr>
        <p:spPr>
          <a:xfrm>
            <a:off x="2163625" y="1523850"/>
            <a:ext cx="1514700" cy="1312800"/>
          </a:xfrm>
          <a:prstGeom prst="round1Rect">
            <a:avLst>
              <a:gd name="adj" fmla="val 39781"/>
            </a:avLst>
          </a:prstGeom>
          <a:noFill/>
          <a:ln>
            <a:noFill/>
          </a:ln>
        </p:spPr>
      </p:sp>
      <p:sp>
        <p:nvSpPr>
          <p:cNvPr id="320" name="Google Shape;320;p36"/>
          <p:cNvSpPr>
            <a:spLocks noGrp="1"/>
          </p:cNvSpPr>
          <p:nvPr>
            <p:ph type="pic" idx="4"/>
          </p:nvPr>
        </p:nvSpPr>
        <p:spPr>
          <a:xfrm>
            <a:off x="4087000" y="1523850"/>
            <a:ext cx="1514700" cy="1312800"/>
          </a:xfrm>
          <a:prstGeom prst="round1Rect">
            <a:avLst>
              <a:gd name="adj" fmla="val 39781"/>
            </a:avLst>
          </a:prstGeom>
          <a:noFill/>
          <a:ln>
            <a:noFill/>
          </a:ln>
        </p:spPr>
      </p:sp>
      <p:sp>
        <p:nvSpPr>
          <p:cNvPr id="321" name="Google Shape;321;p36"/>
          <p:cNvSpPr>
            <a:spLocks noGrp="1"/>
          </p:cNvSpPr>
          <p:nvPr>
            <p:ph type="pic" idx="5"/>
          </p:nvPr>
        </p:nvSpPr>
        <p:spPr>
          <a:xfrm>
            <a:off x="5960425" y="1523850"/>
            <a:ext cx="1514700" cy="1312800"/>
          </a:xfrm>
          <a:prstGeom prst="round1Rect">
            <a:avLst>
              <a:gd name="adj" fmla="val 39781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>
            <a:spLocks noGrp="1"/>
          </p:cNvSpPr>
          <p:nvPr>
            <p:ph type="subTitle" idx="1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subTitle" idx="6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subTitle" idx="7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ubTitle" idx="8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body" idx="9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body" idx="13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body" idx="14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body" idx="15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subTitle" idx="16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1" name="Google Shape;331;p36"/>
          <p:cNvSpPr txBox="1">
            <a:spLocks noGrp="1"/>
          </p:cNvSpPr>
          <p:nvPr>
            <p:ph type="subTitle" idx="17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2" name="Google Shape;332;p36"/>
          <p:cNvSpPr txBox="1">
            <a:spLocks noGrp="1"/>
          </p:cNvSpPr>
          <p:nvPr>
            <p:ph type="subTitle" idx="18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3" name="Google Shape;333;p36"/>
          <p:cNvSpPr txBox="1">
            <a:spLocks noGrp="1"/>
          </p:cNvSpPr>
          <p:nvPr>
            <p:ph type="subTitle" idx="19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sz="11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5" name="Google Shape;335;p36"/>
          <p:cNvSpPr txBox="1">
            <a:spLocks noGrp="1"/>
          </p:cNvSpPr>
          <p:nvPr>
            <p:ph type="subTitle" idx="20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subTitle" idx="21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subTitle" idx="22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cards">
  <p:cSld name="CUSTOM_5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>
            <a:spLocks noGrp="1"/>
          </p:cNvSpPr>
          <p:nvPr>
            <p:ph type="pic" idx="2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>
            <a:spLocks noGrp="1"/>
          </p:cNvSpPr>
          <p:nvPr>
            <p:ph type="pic" idx="3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>
            <a:spLocks noGrp="1"/>
          </p:cNvSpPr>
          <p:nvPr>
            <p:ph type="pic" idx="4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>
            <a:spLocks noGrp="1"/>
          </p:cNvSpPr>
          <p:nvPr>
            <p:ph type="pic" idx="5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>
            <a:spLocks noGrp="1"/>
          </p:cNvSpPr>
          <p:nvPr>
            <p:ph type="pic" idx="6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>
            <a:spLocks noGrp="1"/>
          </p:cNvSpPr>
          <p:nvPr>
            <p:ph type="pic" idx="7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>
            <a:spLocks noGrp="1"/>
          </p:cNvSpPr>
          <p:nvPr>
            <p:ph type="pic" idx="8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>
            <a:spLocks noGrp="1"/>
          </p:cNvSpPr>
          <p:nvPr>
            <p:ph type="pic" idx="9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>
            <a:spLocks noGrp="1"/>
          </p:cNvSpPr>
          <p:nvPr>
            <p:ph type="pic" idx="13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>
            <a:spLocks noGrp="1"/>
          </p:cNvSpPr>
          <p:nvPr>
            <p:ph type="pic" idx="14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>
            <a:spLocks noGrp="1"/>
          </p:cNvSpPr>
          <p:nvPr>
            <p:ph type="pic" idx="15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>
            <a:spLocks noGrp="1"/>
          </p:cNvSpPr>
          <p:nvPr>
            <p:ph type="pic" idx="16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>
            <a:spLocks noGrp="1"/>
          </p:cNvSpPr>
          <p:nvPr>
            <p:ph type="pic" idx="17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>
            <a:spLocks noGrp="1"/>
          </p:cNvSpPr>
          <p:nvPr>
            <p:ph type="pic" idx="18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>
            <a:spLocks noGrp="1"/>
          </p:cNvSpPr>
          <p:nvPr>
            <p:ph type="pic" idx="19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>
            <a:spLocks noGrp="1"/>
          </p:cNvSpPr>
          <p:nvPr>
            <p:ph type="pic" idx="20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>
            <a:spLocks noGrp="1"/>
          </p:cNvSpPr>
          <p:nvPr>
            <p:ph type="pic" idx="21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>
            <a:spLocks noGrp="1"/>
          </p:cNvSpPr>
          <p:nvPr>
            <p:ph type="pic" idx="22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>
            <a:spLocks noGrp="1"/>
          </p:cNvSpPr>
          <p:nvPr>
            <p:ph type="pic" idx="23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>
            <a:spLocks noGrp="1"/>
          </p:cNvSpPr>
          <p:nvPr>
            <p:ph type="pic" idx="24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>
            <a:spLocks noGrp="1"/>
          </p:cNvSpPr>
          <p:nvPr>
            <p:ph type="pic" idx="25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>
            <a:spLocks noGrp="1"/>
          </p:cNvSpPr>
          <p:nvPr>
            <p:ph type="pic" idx="26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>
            <a:spLocks noGrp="1"/>
          </p:cNvSpPr>
          <p:nvPr>
            <p:ph type="pic" idx="27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>
            <a:spLocks noGrp="1"/>
          </p:cNvSpPr>
          <p:nvPr>
            <p:ph type="pic" idx="28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>
            <a:spLocks noGrp="1"/>
          </p:cNvSpPr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title" idx="29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title" idx="30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title" idx="31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title" idx="32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9" name="Google Shape;369;p37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subTitle" idx="33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34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cards - Alt 1">
  <p:cSld name="CUSTOM_6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>
            <a:spLocks noGrp="1"/>
          </p:cNvSpPr>
          <p:nvPr>
            <p:ph type="pic" idx="2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>
            <a:spLocks noGrp="1"/>
          </p:cNvSpPr>
          <p:nvPr>
            <p:ph type="subTitle" idx="1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8"/>
          <p:cNvSpPr txBox="1">
            <a:spLocks noGrp="1"/>
          </p:cNvSpPr>
          <p:nvPr>
            <p:ph type="subTitle" idx="3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>
            <a:spLocks noGrp="1"/>
          </p:cNvSpPr>
          <p:nvPr>
            <p:ph type="pic" idx="4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>
            <a:spLocks noGrp="1"/>
          </p:cNvSpPr>
          <p:nvPr>
            <p:ph type="subTitle" idx="5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subTitle" idx="6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>
            <a:spLocks noGrp="1"/>
          </p:cNvSpPr>
          <p:nvPr>
            <p:ph type="pic" idx="7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>
            <a:spLocks noGrp="1"/>
          </p:cNvSpPr>
          <p:nvPr>
            <p:ph type="subTitle" idx="8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5" name="Google Shape;385;p38"/>
          <p:cNvSpPr txBox="1">
            <a:spLocks noGrp="1"/>
          </p:cNvSpPr>
          <p:nvPr>
            <p:ph type="subTitle" idx="9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>
            <a:spLocks noGrp="1"/>
          </p:cNvSpPr>
          <p:nvPr>
            <p:ph type="pic" idx="13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>
            <a:spLocks noGrp="1"/>
          </p:cNvSpPr>
          <p:nvPr>
            <p:ph type="subTitle" idx="14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type="subTitle" idx="15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>
            <a:spLocks noGrp="1"/>
          </p:cNvSpPr>
          <p:nvPr>
            <p:ph type="pic" idx="16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subTitle" idx="17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 txBox="1">
            <a:spLocks noGrp="1"/>
          </p:cNvSpPr>
          <p:nvPr>
            <p:ph type="subTitle" idx="18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>
            <a:spLocks noGrp="1"/>
          </p:cNvSpPr>
          <p:nvPr>
            <p:ph type="pic" idx="19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>
            <a:spLocks noGrp="1"/>
          </p:cNvSpPr>
          <p:nvPr>
            <p:ph type="subTitle" idx="20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97" name="Google Shape;397;p38"/>
          <p:cNvSpPr txBox="1">
            <a:spLocks noGrp="1"/>
          </p:cNvSpPr>
          <p:nvPr>
            <p:ph type="subTitle" idx="21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>
            <a:spLocks noGrp="1"/>
          </p:cNvSpPr>
          <p:nvPr>
            <p:ph type="pic" idx="22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>
            <a:spLocks noGrp="1"/>
          </p:cNvSpPr>
          <p:nvPr>
            <p:ph type="subTitle" idx="23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subTitle" idx="24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>
            <a:spLocks noGrp="1"/>
          </p:cNvSpPr>
          <p:nvPr>
            <p:ph type="pic" idx="25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>
            <a:spLocks noGrp="1"/>
          </p:cNvSpPr>
          <p:nvPr>
            <p:ph type="subTitle" idx="26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5" name="Google Shape;405;p38"/>
          <p:cNvSpPr txBox="1">
            <a:spLocks noGrp="1"/>
          </p:cNvSpPr>
          <p:nvPr>
            <p:ph type="subTitle" idx="27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l="32511" r="27293" b="39661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>
            <a:spLocks noGrp="1"/>
          </p:cNvSpPr>
          <p:nvPr>
            <p:ph type="pic" idx="28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>
            <a:spLocks noGrp="1"/>
          </p:cNvSpPr>
          <p:nvPr>
            <p:ph type="subTitle" idx="29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9" name="Google Shape;409;p38"/>
          <p:cNvSpPr txBox="1">
            <a:spLocks noGrp="1"/>
          </p:cNvSpPr>
          <p:nvPr>
            <p:ph type="subTitle" idx="30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1" name="Google Shape;411;p38"/>
          <p:cNvSpPr txBox="1">
            <a:spLocks noGrp="1"/>
          </p:cNvSpPr>
          <p:nvPr>
            <p:ph type="subTitle" idx="3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12" name="Google Shape;412;p38"/>
          <p:cNvSpPr txBox="1">
            <a:spLocks noGrp="1"/>
          </p:cNvSpPr>
          <p:nvPr>
            <p:ph type="subTitle" idx="3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13" name="Google Shape;413;p38"/>
          <p:cNvSpPr txBox="1">
            <a:spLocks noGrp="1"/>
          </p:cNvSpPr>
          <p:nvPr>
            <p:ph type="subTitle" idx="3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cards - Alt 2">
  <p:cSld name="CUSTOM_6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>
            <a:spLocks noGrp="1"/>
          </p:cNvSpPr>
          <p:nvPr>
            <p:ph type="subTitle" idx="1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7" name="Google Shape;417;p39"/>
          <p:cNvSpPr txBox="1">
            <a:spLocks noGrp="1"/>
          </p:cNvSpPr>
          <p:nvPr>
            <p:ph type="subTitle" idx="2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8" name="Google Shape;418;p39"/>
          <p:cNvSpPr txBox="1">
            <a:spLocks noGrp="1"/>
          </p:cNvSpPr>
          <p:nvPr>
            <p:ph type="subTitle" idx="3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9" name="Google Shape;419;p39"/>
          <p:cNvSpPr>
            <a:spLocks noGrp="1"/>
          </p:cNvSpPr>
          <p:nvPr>
            <p:ph type="pic" idx="4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>
            <a:spLocks noGrp="1"/>
          </p:cNvSpPr>
          <p:nvPr>
            <p:ph type="subTitle" idx="5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1" name="Google Shape;421;p39"/>
          <p:cNvSpPr txBox="1">
            <a:spLocks noGrp="1"/>
          </p:cNvSpPr>
          <p:nvPr>
            <p:ph type="subTitle" idx="6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22" name="Google Shape;422;p39"/>
          <p:cNvSpPr>
            <a:spLocks noGrp="1"/>
          </p:cNvSpPr>
          <p:nvPr>
            <p:ph type="pic" idx="7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>
            <a:spLocks noGrp="1"/>
          </p:cNvSpPr>
          <p:nvPr>
            <p:ph type="subTitle" idx="8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4" name="Google Shape;424;p39"/>
          <p:cNvSpPr txBox="1">
            <a:spLocks noGrp="1"/>
          </p:cNvSpPr>
          <p:nvPr>
            <p:ph type="subTitle" idx="9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25" name="Google Shape;425;p39"/>
          <p:cNvSpPr>
            <a:spLocks noGrp="1"/>
          </p:cNvSpPr>
          <p:nvPr>
            <p:ph type="pic" idx="13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>
            <a:spLocks noGrp="1"/>
          </p:cNvSpPr>
          <p:nvPr>
            <p:ph type="subTitle" idx="14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7" name="Google Shape;427;p39"/>
          <p:cNvSpPr txBox="1">
            <a:spLocks noGrp="1"/>
          </p:cNvSpPr>
          <p:nvPr>
            <p:ph type="subTitle" idx="15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28" name="Google Shape;428;p39"/>
          <p:cNvSpPr>
            <a:spLocks noGrp="1"/>
          </p:cNvSpPr>
          <p:nvPr>
            <p:ph type="pic" idx="16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>
            <a:spLocks noGrp="1"/>
          </p:cNvSpPr>
          <p:nvPr>
            <p:ph type="subTitle" idx="17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0" name="Google Shape;430;p39"/>
          <p:cNvSpPr txBox="1">
            <a:spLocks noGrp="1"/>
          </p:cNvSpPr>
          <p:nvPr>
            <p:ph type="subTitle" idx="18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31" name="Google Shape;431;p39"/>
          <p:cNvSpPr>
            <a:spLocks noGrp="1"/>
          </p:cNvSpPr>
          <p:nvPr>
            <p:ph type="pic" idx="19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>
            <a:spLocks noGrp="1"/>
          </p:cNvSpPr>
          <p:nvPr>
            <p:ph type="subTitle" idx="20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3" name="Google Shape;433;p39"/>
          <p:cNvSpPr txBox="1">
            <a:spLocks noGrp="1"/>
          </p:cNvSpPr>
          <p:nvPr>
            <p:ph type="subTitle" idx="21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34" name="Google Shape;434;p39"/>
          <p:cNvSpPr>
            <a:spLocks noGrp="1"/>
          </p:cNvSpPr>
          <p:nvPr>
            <p:ph type="pic" idx="22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>
            <a:spLocks noGrp="1"/>
          </p:cNvSpPr>
          <p:nvPr>
            <p:ph type="subTitle" idx="23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6" name="Google Shape;436;p39"/>
          <p:cNvSpPr txBox="1">
            <a:spLocks noGrp="1"/>
          </p:cNvSpPr>
          <p:nvPr>
            <p:ph type="subTitle" idx="24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37" name="Google Shape;437;p39"/>
          <p:cNvSpPr>
            <a:spLocks noGrp="1"/>
          </p:cNvSpPr>
          <p:nvPr>
            <p:ph type="pic" idx="25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>
            <a:spLocks noGrp="1"/>
          </p:cNvSpPr>
          <p:nvPr>
            <p:ph type="subTitle" idx="26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9" name="Google Shape;439;p39"/>
          <p:cNvSpPr txBox="1">
            <a:spLocks noGrp="1"/>
          </p:cNvSpPr>
          <p:nvPr>
            <p:ph type="subTitle" idx="27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0" name="Google Shape;440;p39"/>
          <p:cNvSpPr>
            <a:spLocks noGrp="1"/>
          </p:cNvSpPr>
          <p:nvPr>
            <p:ph type="pic" idx="28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>
            <a:spLocks noGrp="1"/>
          </p:cNvSpPr>
          <p:nvPr>
            <p:ph type="subTitle" idx="29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2" name="Google Shape;442;p39"/>
          <p:cNvSpPr txBox="1">
            <a:spLocks noGrp="1"/>
          </p:cNvSpPr>
          <p:nvPr>
            <p:ph type="subTitle" idx="30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3" name="Google Shape;443;p39"/>
          <p:cNvSpPr>
            <a:spLocks noGrp="1"/>
          </p:cNvSpPr>
          <p:nvPr>
            <p:ph type="pic" idx="31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>
            <a:spLocks noGrp="1"/>
          </p:cNvSpPr>
          <p:nvPr>
            <p:ph type="subTitle" idx="32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5" name="Google Shape;445;p39"/>
          <p:cNvSpPr txBox="1">
            <a:spLocks noGrp="1"/>
          </p:cNvSpPr>
          <p:nvPr>
            <p:ph type="subTitle" idx="33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6" name="Google Shape;446;p39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subTitle" idx="34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subTitle" idx="35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subTitle" idx="36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title only">
  <p:cSld name="TITLE_1_1_4_2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53" name="Google Shape;453;p40"/>
          <p:cNvSpPr txBox="1">
            <a:spLocks noGrp="1"/>
          </p:cNvSpPr>
          <p:nvPr>
            <p:ph type="subTitle" idx="1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54" name="Google Shape;454;p40"/>
          <p:cNvSpPr txBox="1">
            <a:spLocks noGrp="1"/>
          </p:cNvSpPr>
          <p:nvPr>
            <p:ph type="subTitle" idx="2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55" name="Google Shape;455;p40"/>
          <p:cNvSpPr txBox="1">
            <a:spLocks noGrp="1"/>
          </p:cNvSpPr>
          <p:nvPr>
            <p:ph type="subTitle" idx="3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objectives">
  <p:cSld name="TITLE_1_1_4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>
            <a:spLocks noGrp="1"/>
          </p:cNvSpPr>
          <p:nvPr>
            <p:ph type="subTitle" idx="1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59" name="Google Shape;459;p41"/>
          <p:cNvSpPr txBox="1">
            <a:spLocks noGrp="1"/>
          </p:cNvSpPr>
          <p:nvPr>
            <p:ph type="subTitle" idx="2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0" name="Google Shape;460;p41"/>
          <p:cNvSpPr txBox="1">
            <a:spLocks noGrp="1"/>
          </p:cNvSpPr>
          <p:nvPr>
            <p:ph type="subTitle" idx="3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1" name="Google Shape;461;p41"/>
          <p:cNvSpPr txBox="1">
            <a:spLocks noGrp="1"/>
          </p:cNvSpPr>
          <p:nvPr>
            <p:ph type="subTitle" idx="4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2" name="Google Shape;462;p41"/>
          <p:cNvSpPr txBox="1">
            <a:spLocks noGrp="1"/>
          </p:cNvSpPr>
          <p:nvPr>
            <p:ph type="subTitle" idx="5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3" name="Google Shape;463;p41"/>
          <p:cNvSpPr txBox="1">
            <a:spLocks noGrp="1"/>
          </p:cNvSpPr>
          <p:nvPr>
            <p:ph type="subTitle" idx="6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4" name="Google Shape;464;p41"/>
          <p:cNvSpPr txBox="1">
            <a:spLocks noGrp="1"/>
          </p:cNvSpPr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5" name="Google Shape;465;p41"/>
          <p:cNvSpPr txBox="1">
            <a:spLocks noGrp="1"/>
          </p:cNvSpPr>
          <p:nvPr>
            <p:ph type="subTitle" idx="7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66" name="Google Shape;466;p41"/>
          <p:cNvSpPr txBox="1">
            <a:spLocks noGrp="1"/>
          </p:cNvSpPr>
          <p:nvPr>
            <p:ph type="subTitle" idx="8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67" name="Google Shape;467;p41"/>
          <p:cNvSpPr txBox="1">
            <a:spLocks noGrp="1"/>
          </p:cNvSpPr>
          <p:nvPr>
            <p:ph type="subTitle" idx="9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learnings">
  <p:cSld name="CUSTOM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rot="5400000" flipH="1">
            <a:off x="5052850" y="1254650"/>
            <a:ext cx="291900" cy="2919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rot="5400000" flipH="1">
            <a:off x="851875" y="3504787"/>
            <a:ext cx="1625700" cy="1620300"/>
          </a:xfrm>
          <a:prstGeom prst="pie">
            <a:avLst>
              <a:gd name="adj1" fmla="val 0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rot="-5400000" flipH="1">
            <a:off x="-125" y="3483026"/>
            <a:ext cx="1665300" cy="16653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rot="5400000" flipH="1">
            <a:off x="5052850" y="2554039"/>
            <a:ext cx="291900" cy="2919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rot="5400000" flipH="1">
            <a:off x="5052850" y="3858733"/>
            <a:ext cx="291900" cy="2919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>
            <a:spLocks noGrp="1"/>
          </p:cNvSpPr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1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8" name="Google Shape;478;p42"/>
          <p:cNvSpPr txBox="1">
            <a:spLocks noGrp="1"/>
          </p:cNvSpPr>
          <p:nvPr>
            <p:ph type="subTitle" idx="2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79" name="Google Shape;479;p42"/>
          <p:cNvSpPr txBox="1">
            <a:spLocks noGrp="1"/>
          </p:cNvSpPr>
          <p:nvPr>
            <p:ph type="subTitle" idx="3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80" name="Google Shape;480;p42"/>
          <p:cNvSpPr txBox="1">
            <a:spLocks noGrp="1"/>
          </p:cNvSpPr>
          <p:nvPr>
            <p:ph type="subTitle" idx="4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1" name="Google Shape;481;p42"/>
          <p:cNvSpPr txBox="1">
            <a:spLocks noGrp="1"/>
          </p:cNvSpPr>
          <p:nvPr>
            <p:ph type="subTitle" idx="5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sz="11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82" name="Google Shape;482;p42"/>
          <p:cNvSpPr txBox="1">
            <a:spLocks noGrp="1"/>
          </p:cNvSpPr>
          <p:nvPr>
            <p:ph type="subTitle" idx="6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3" name="Google Shape;483;p42"/>
          <p:cNvSpPr txBox="1">
            <a:spLocks noGrp="1"/>
          </p:cNvSpPr>
          <p:nvPr>
            <p:ph type="subTitle" idx="7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84" name="Google Shape;484;p42"/>
          <p:cNvSpPr txBox="1">
            <a:spLocks noGrp="1"/>
          </p:cNvSpPr>
          <p:nvPr>
            <p:ph type="subTitle" idx="8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85" name="Google Shape;485;p42"/>
          <p:cNvSpPr txBox="1">
            <a:spLocks noGrp="1"/>
          </p:cNvSpPr>
          <p:nvPr>
            <p:ph type="subTitle" idx="9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2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>
            <a:spLocks noGrp="1"/>
          </p:cNvSpPr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43"/>
          <p:cNvSpPr txBox="1">
            <a:spLocks noGrp="1"/>
          </p:cNvSpPr>
          <p:nvPr>
            <p:ph type="body" idx="1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4191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0" name="Google Shape;490;p43"/>
          <p:cNvSpPr txBox="1">
            <a:spLocks noGrp="1"/>
          </p:cNvSpPr>
          <p:nvPr>
            <p:ph type="body" idx="2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4191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1" name="Google Shape;491;p43"/>
          <p:cNvSpPr txBox="1">
            <a:spLocks noGrp="1"/>
          </p:cNvSpPr>
          <p:nvPr>
            <p:ph type="body" idx="3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4191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2" name="Google Shape;492;p43"/>
          <p:cNvSpPr txBox="1">
            <a:spLocks noGrp="1"/>
          </p:cNvSpPr>
          <p:nvPr>
            <p:ph type="body" idx="4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sz="30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4191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sz="30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4191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sz="30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3" name="Google Shape;493;p43"/>
          <p:cNvSpPr txBox="1">
            <a:spLocks noGrp="1"/>
          </p:cNvSpPr>
          <p:nvPr>
            <p:ph type="body" idx="5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9pPr>
          </a:lstStyle>
          <a:p>
            <a:endParaRPr/>
          </a:p>
        </p:txBody>
      </p:sp>
      <p:sp>
        <p:nvSpPr>
          <p:cNvPr id="494" name="Google Shape;494;p43"/>
          <p:cNvSpPr txBox="1">
            <a:spLocks noGrp="1"/>
          </p:cNvSpPr>
          <p:nvPr>
            <p:ph type="body" idx="6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9pPr>
          </a:lstStyle>
          <a:p>
            <a:endParaRPr/>
          </a:p>
        </p:txBody>
      </p:sp>
      <p:sp>
        <p:nvSpPr>
          <p:cNvPr id="495" name="Google Shape;495;p43"/>
          <p:cNvSpPr txBox="1">
            <a:spLocks noGrp="1"/>
          </p:cNvSpPr>
          <p:nvPr>
            <p:ph type="body" idx="7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9pPr>
          </a:lstStyle>
          <a:p>
            <a:endParaRPr/>
          </a:p>
        </p:txBody>
      </p:sp>
      <p:sp>
        <p:nvSpPr>
          <p:cNvPr id="496" name="Google Shape;496;p43"/>
          <p:cNvSpPr txBox="1">
            <a:spLocks noGrp="1"/>
          </p:cNvSpPr>
          <p:nvPr>
            <p:ph type="body" idx="8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9pPr>
          </a:lstStyle>
          <a:p>
            <a:endParaRPr/>
          </a:p>
        </p:txBody>
      </p:sp>
      <p:sp>
        <p:nvSpPr>
          <p:cNvPr id="497" name="Google Shape;497;p43"/>
          <p:cNvSpPr/>
          <p:nvPr/>
        </p:nvSpPr>
        <p:spPr>
          <a:xfrm rot="10800000" flipH="1">
            <a:off x="-1073900" y="773300"/>
            <a:ext cx="2146200" cy="21462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rot="10800000" flipH="1">
            <a:off x="-3400" y="773300"/>
            <a:ext cx="2146200" cy="21462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rot="10800000" flipH="1">
            <a:off x="1072300" y="773300"/>
            <a:ext cx="2146200" cy="21462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rot="10800000" flipH="1">
            <a:off x="2149393" y="773300"/>
            <a:ext cx="2146200" cy="2146200"/>
          </a:xfrm>
          <a:prstGeom prst="pie">
            <a:avLst>
              <a:gd name="adj1" fmla="val 16192689"/>
              <a:gd name="adj2" fmla="val 54087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>
            <a:spLocks noGrp="1"/>
          </p:cNvSpPr>
          <p:nvPr>
            <p:ph type="subTitle" idx="9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02" name="Google Shape;502;p43"/>
          <p:cNvSpPr txBox="1">
            <a:spLocks noGrp="1"/>
          </p:cNvSpPr>
          <p:nvPr>
            <p:ph type="subTitle" idx="13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03" name="Google Shape;503;p43"/>
          <p:cNvSpPr txBox="1">
            <a:spLocks noGrp="1"/>
          </p:cNvSpPr>
          <p:nvPr>
            <p:ph type="subTitle" idx="14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 &amp; QA">
  <p:cSld name="CUSTOM_3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name="adj1" fmla="val 0"/>
              <a:gd name="adj2" fmla="val 1080318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1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name="adj1" fmla="val 0"/>
              <a:gd name="adj2" fmla="val 5401683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name="adj1" fmla="val 5409954"/>
              <a:gd name="adj2" fmla="val 10803188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name="adj1" fmla="val 0"/>
              <a:gd name="adj2" fmla="val 1080318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name="adj1" fmla="val 0"/>
              <a:gd name="adj2" fmla="val 5400368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>
            <a:spLocks noGrp="1"/>
          </p:cNvSpPr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6" name="Google Shape;516;p4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5" name="Google Shape;525;p4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0" name="Google Shape;530;p5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6" name="Google Shape;536;p5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56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6" name="Google Shape;546;p56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56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8" name="Google Shape;548;p56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9" name="Google Shape;549;p56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0" name="Google Shape;550;p56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4" name="Google Shape;554;p57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7" name="Google Shape;557;p58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58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9" name="Google Shape;559;p58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0" name="Google Shape;560;p58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59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4" name="Google Shape;564;p5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65" name="Google Shape;565;p59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6" name="Google Shape;566;p59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7" name="Google Shape;567;p59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8" name="Google Shape;568;p59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1" name="Google Shape;571;p60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2" name="Google Shape;572;p60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3" name="Google Shape;573;p60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4" name="Google Shape;574;p60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5" name="Google Shape;575;p60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6" name="Google Shape;576;p60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7" name="Google Shape;577;p60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8" name="Google Shape;578;p60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61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4" name="Google Shape;584;p62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7" name="Google Shape;587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62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9" name="Google Shape;589;p62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2" name="Google Shape;592;p63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5" name="Google Shape;595;p63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7" name="Google Shape;59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63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9" name="Google Shape;599;p63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63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65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8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29845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29845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>
            <a:spLocks noGrp="1"/>
          </p:cNvSpPr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Employee Payroll Management System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7"/>
          <p:cNvSpPr txBox="1">
            <a:spLocks noGrp="1"/>
          </p:cNvSpPr>
          <p:nvPr>
            <p:ph type="subTitle" idx="1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01. </a:t>
            </a:r>
            <a:r>
              <a:rPr lang="en"/>
              <a:t>Web-based payroll system</a:t>
            </a:r>
            <a:endParaRPr/>
          </a:p>
        </p:txBody>
      </p:sp>
      <p:sp>
        <p:nvSpPr>
          <p:cNvPr id="624" name="Google Shape;624;p67"/>
          <p:cNvSpPr txBox="1">
            <a:spLocks noGrp="1"/>
          </p:cNvSpPr>
          <p:nvPr>
            <p:ph type="subTitle" idx="2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03. </a:t>
            </a:r>
            <a:r>
              <a:rPr lang="en"/>
              <a:t>Tracks employees, pay rates, and work hours</a:t>
            </a:r>
            <a:endParaRPr/>
          </a:p>
        </p:txBody>
      </p:sp>
      <p:sp>
        <p:nvSpPr>
          <p:cNvPr id="625" name="Google Shape;625;p67"/>
          <p:cNvSpPr txBox="1">
            <a:spLocks noGrp="1"/>
          </p:cNvSpPr>
          <p:nvPr>
            <p:ph type="subTitle" idx="3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05. </a:t>
            </a:r>
            <a:r>
              <a:rPr lang="en"/>
              <a:t>PDF payslip generation.</a:t>
            </a:r>
            <a:endParaRPr/>
          </a:p>
        </p:txBody>
      </p:sp>
      <p:sp>
        <p:nvSpPr>
          <p:cNvPr id="626" name="Google Shape;626;p67"/>
          <p:cNvSpPr txBox="1">
            <a:spLocks noGrp="1"/>
          </p:cNvSpPr>
          <p:nvPr>
            <p:ph type="subTitle" idx="4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02. </a:t>
            </a:r>
            <a:r>
              <a:rPr lang="en"/>
              <a:t>Designed for small businesses</a:t>
            </a:r>
            <a:endParaRPr/>
          </a:p>
        </p:txBody>
      </p:sp>
      <p:sp>
        <p:nvSpPr>
          <p:cNvPr id="627" name="Google Shape;627;p67"/>
          <p:cNvSpPr txBox="1">
            <a:spLocks noGrp="1"/>
          </p:cNvSpPr>
          <p:nvPr>
            <p:ph type="subTitle" idx="5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04. </a:t>
            </a:r>
            <a:r>
              <a:rPr lang="en"/>
              <a:t>Generates weekly payroll automatically</a:t>
            </a:r>
            <a:endParaRPr/>
          </a:p>
        </p:txBody>
      </p:sp>
      <p:cxnSp>
        <p:nvCxnSpPr>
          <p:cNvPr id="628" name="Google Shape;628;p67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9" name="Google Shape;629;p67"/>
          <p:cNvSpPr txBox="1">
            <a:spLocks noGrp="1"/>
          </p:cNvSpPr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8"/>
          <p:cNvSpPr txBox="1">
            <a:spLocks noGrp="1"/>
          </p:cNvSpPr>
          <p:nvPr>
            <p:ph type="subTitle" idx="1"/>
          </p:nvPr>
        </p:nvSpPr>
        <p:spPr>
          <a:xfrm>
            <a:off x="5537976" y="1368300"/>
            <a:ext cx="3453600" cy="4617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and manage employees</a:t>
            </a:r>
            <a:endParaRPr/>
          </a:p>
        </p:txBody>
      </p:sp>
      <p:sp>
        <p:nvSpPr>
          <p:cNvPr id="635" name="Google Shape;635;p68"/>
          <p:cNvSpPr txBox="1">
            <a:spLocks noGrp="1"/>
          </p:cNvSpPr>
          <p:nvPr>
            <p:ph type="subTitle" idx="3"/>
          </p:nvPr>
        </p:nvSpPr>
        <p:spPr>
          <a:xfrm>
            <a:off x="5537976" y="2131763"/>
            <a:ext cx="3453600" cy="4617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hourly pay rates</a:t>
            </a:r>
            <a:endParaRPr/>
          </a:p>
        </p:txBody>
      </p:sp>
      <p:sp>
        <p:nvSpPr>
          <p:cNvPr id="636" name="Google Shape;636;p68"/>
          <p:cNvSpPr txBox="1">
            <a:spLocks noGrp="1"/>
          </p:cNvSpPr>
          <p:nvPr>
            <p:ph type="subTitle" idx="5"/>
          </p:nvPr>
        </p:nvSpPr>
        <p:spPr>
          <a:xfrm>
            <a:off x="5537976" y="2900576"/>
            <a:ext cx="3453600" cy="4617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working hours</a:t>
            </a:r>
            <a:endParaRPr/>
          </a:p>
        </p:txBody>
      </p:sp>
      <p:sp>
        <p:nvSpPr>
          <p:cNvPr id="637" name="Google Shape;637;p68"/>
          <p:cNvSpPr txBox="1">
            <a:spLocks noGrp="1"/>
          </p:cNvSpPr>
          <p:nvPr>
            <p:ph type="subTitle" idx="7"/>
          </p:nvPr>
        </p:nvSpPr>
        <p:spPr>
          <a:xfrm>
            <a:off x="5537976" y="3664038"/>
            <a:ext cx="3453600" cy="4617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payroll</a:t>
            </a:r>
            <a:endParaRPr/>
          </a:p>
        </p:txBody>
      </p:sp>
      <p:sp>
        <p:nvSpPr>
          <p:cNvPr id="638" name="Google Shape;638;p68"/>
          <p:cNvSpPr txBox="1"/>
          <p:nvPr/>
        </p:nvSpPr>
        <p:spPr>
          <a:xfrm>
            <a:off x="4665825" y="213215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9" name="Google Shape;639;p68"/>
          <p:cNvSpPr txBox="1"/>
          <p:nvPr/>
        </p:nvSpPr>
        <p:spPr>
          <a:xfrm>
            <a:off x="4665825" y="137424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0" name="Google Shape;640;p68"/>
          <p:cNvSpPr txBox="1"/>
          <p:nvPr/>
        </p:nvSpPr>
        <p:spPr>
          <a:xfrm>
            <a:off x="4665825" y="291260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1" name="Google Shape;641;p68"/>
          <p:cNvSpPr txBox="1"/>
          <p:nvPr/>
        </p:nvSpPr>
        <p:spPr>
          <a:xfrm>
            <a:off x="4665825" y="3655421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04.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2" name="Google Shape;642;p68"/>
          <p:cNvSpPr txBox="1">
            <a:spLocks noGrp="1"/>
          </p:cNvSpPr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643" name="Google Shape;643;p68"/>
          <p:cNvSpPr txBox="1"/>
          <p:nvPr/>
        </p:nvSpPr>
        <p:spPr>
          <a:xfrm>
            <a:off x="4665825" y="4398246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05.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4" name="Google Shape;644;p68"/>
          <p:cNvSpPr txBox="1">
            <a:spLocks noGrp="1"/>
          </p:cNvSpPr>
          <p:nvPr>
            <p:ph type="subTitle" idx="7"/>
          </p:nvPr>
        </p:nvSpPr>
        <p:spPr>
          <a:xfrm>
            <a:off x="5537976" y="4355188"/>
            <a:ext cx="3453600" cy="461700"/>
          </a:xfrm>
          <a:prstGeom prst="rect">
            <a:avLst/>
          </a:prstGeom>
        </p:spPr>
        <p:txBody>
          <a:bodyPr spcFirstLastPara="1" wrap="square" lIns="0" tIns="91425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payslips as PDF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9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Python (Flask) for backend.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SQL Server for database.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HTML +CSS for frontend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ReportLab for PDF generation.</a:t>
            </a:r>
            <a:endParaRPr/>
          </a:p>
        </p:txBody>
      </p:sp>
      <p:sp>
        <p:nvSpPr>
          <p:cNvPr id="650" name="Google Shape;650;p69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0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Employees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PayRates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HoursWorked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Payroll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Audit (for tracking changes)</a:t>
            </a:r>
            <a:endParaRPr/>
          </a:p>
        </p:txBody>
      </p:sp>
      <p:sp>
        <p:nvSpPr>
          <p:cNvPr id="656" name="Google Shape;656;p7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Structure (Tables)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1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Employees linked to all tables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PayRates stores salary history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HoursWorked stores weekly work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Payroll combines all data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Relationships prevent data duplication</a:t>
            </a:r>
            <a:endParaRPr/>
          </a:p>
        </p:txBody>
      </p:sp>
      <p:sp>
        <p:nvSpPr>
          <p:cNvPr id="662" name="Google Shape;662;p71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Diagram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2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Used for important operations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Example: Add employee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Example: Set pay rate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Example: Generate payroll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Helps keep logic inside database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Makes system more secure and organized </a:t>
            </a:r>
            <a:endParaRPr/>
          </a:p>
        </p:txBody>
      </p:sp>
      <p:sp>
        <p:nvSpPr>
          <p:cNvPr id="668" name="Google Shape;668;p72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Stored Procedures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3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Automatically enforce rules in database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Example: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Prevent deactivating employee with payroll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Track changes in pay rate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Runs automatically when data changes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👉 Improves data integrity</a:t>
            </a:r>
            <a:endParaRPr/>
          </a:p>
        </p:txBody>
      </p:sp>
      <p:sp>
        <p:nvSpPr>
          <p:cNvPr id="674" name="Google Shape;674;p73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4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User interacts through web pages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Flask handles requests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SQL Server processes data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Results shown on screen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PDF generated when needed</a:t>
            </a:r>
            <a:endParaRPr/>
          </a:p>
        </p:txBody>
      </p:sp>
      <p:sp>
        <p:nvSpPr>
          <p:cNvPr id="680" name="Google Shape;680;p74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 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5"/>
          <p:cNvSpPr txBox="1">
            <a:spLocks noGrp="1"/>
          </p:cNvSpPr>
          <p:nvPr>
            <p:ph type="subTitle" idx="1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Payroll results displayed in table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Payslip downloadable as PDF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Clean and simple UI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Future improvements: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Email payslips to employees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Add login system (admin/clerk roles)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Deploy to cloud (Azure)</a:t>
            </a:r>
            <a:endParaRPr/>
          </a:p>
        </p:txBody>
      </p:sp>
      <p:sp>
        <p:nvSpPr>
          <p:cNvPr id="686" name="Google Shape;686;p75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&amp; Future Work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6"/>
          <p:cNvSpPr txBox="1">
            <a:spLocks noGrp="1"/>
          </p:cNvSpPr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Ask away!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7"/>
          <p:cNvSpPr txBox="1">
            <a:spLocks noGrp="1"/>
          </p:cNvSpPr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On-screen Show (16:9)</PresentationFormat>
  <Paragraphs>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Urbanist Medium</vt:lpstr>
      <vt:lpstr>Poppins</vt:lpstr>
      <vt:lpstr>Poppins SemiBold</vt:lpstr>
      <vt:lpstr>Urbanist</vt:lpstr>
      <vt:lpstr>Arial</vt:lpstr>
      <vt:lpstr>Simple Light</vt:lpstr>
      <vt:lpstr>[INT] Project timeline/workflow presentation [Style 1] </vt:lpstr>
      <vt:lpstr>Employee Payroll Management System</vt:lpstr>
      <vt:lpstr>Overview</vt:lpstr>
      <vt:lpstr>Key Features</vt:lpstr>
      <vt:lpstr>Technologies Used</vt:lpstr>
      <vt:lpstr>Database Structure (Tables)</vt:lpstr>
      <vt:lpstr>Relationship Diagram</vt:lpstr>
      <vt:lpstr>Stored Procedures</vt:lpstr>
      <vt:lpstr>Triggers</vt:lpstr>
      <vt:lpstr>Web Application Flow</vt:lpstr>
      <vt:lpstr>Output &amp; Future Work</vt:lpstr>
      <vt:lpstr>Any questions? Ask away!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aryals62</cp:lastModifiedBy>
  <cp:revision>1</cp:revision>
  <dcterms:modified xsi:type="dcterms:W3CDTF">2026-04-23T04:46:31Z</dcterms:modified>
</cp:coreProperties>
</file>